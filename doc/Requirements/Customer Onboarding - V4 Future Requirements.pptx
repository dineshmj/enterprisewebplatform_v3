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E68B"/>
    <a:srgbClr val="FFE7AB"/>
    <a:srgbClr val="BC8600"/>
    <a:srgbClr val="463500"/>
    <a:srgbClr val="584300"/>
    <a:srgbClr val="A8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71" autoAdjust="0"/>
    <p:restoredTop sz="94660"/>
  </p:normalViewPr>
  <p:slideViewPr>
    <p:cSldViewPr snapToGrid="0">
      <p:cViewPr>
        <p:scale>
          <a:sx n="100" d="100"/>
          <a:sy n="100" d="100"/>
        </p:scale>
        <p:origin x="696" y="3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627D-AF3A-D1FF-9897-6A8569CC7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03AEA-7DCC-A47A-9C35-05B18F57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4CF04-99B6-BEB8-2DD2-4AD414FC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6E4F2-7354-7FD3-754B-A95C6739C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AC414-7360-E436-DC3F-E7D5020E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58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6FEE-0079-6A52-F5DA-08F909E1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69F8C-BD3D-099E-5720-63E379F12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6BDCB-1951-58BD-A545-ED8CC132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5AFA1-4DA1-44BF-B7E9-F50C64F4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089E5-976C-8188-12B2-9BE52477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8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D4E3-2D1A-36B0-E9B2-47C12C18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93A51-EFD4-35F6-01B5-C060E0FC5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0E328-5038-81D4-8FC1-ECE5A2EB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6011F-ADF0-F821-8E3E-D17913E9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F9994-12D3-F800-8198-DA81C2A2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18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17E87-3352-2635-26AD-8E63C0B2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51B7D-A6E4-B446-9203-7EE348531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D8F4F-EE44-E439-53BE-7E2F47EE1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7D783-B5AA-A16B-A3E7-319E5354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4E4C-8381-449F-0D83-6CE05620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5F01E-8ACC-89BF-3DF8-8CE7E05A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6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F550-281A-3C70-0ADD-4AA3025A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038EB-AA6C-F2CB-942C-A1B3D7BC0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7497-53FA-DEF0-AADF-A4F5E2CE5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20873C-A641-1D59-9DAC-063C77173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D4BE7F-CF3C-F33D-8013-DE7C91690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5A5C0-B3D5-32E3-1375-73571340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C88435-3F50-D491-FC39-CE32D2F0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216C5-5256-D53A-8993-66646A9A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87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E5C8-7BEC-1D4E-7678-5B4FBF7A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46B79C-1D27-9413-C040-2AEF648A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B0B2B-BF0E-2D47-EA3A-36AE7915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D169F-FE28-2CF3-7C28-7E316AEA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77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5CCC8-282C-A0F4-EC05-19D73FA51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0573E-E84C-44A8-CCFE-58E04AF1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D2B3-ED22-B675-9F1D-3F08E25F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664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FEE2-01C8-C23E-D87A-AC50CFE3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A4FD-0E07-2D76-DADB-0450D7FDD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2F583-2D39-73E3-2FBE-1580B3DB8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7A71-E784-3D31-47B5-DED31276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8A167-C7E0-2E36-225F-195266C7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A9BE3-20CD-5E89-F7D3-67F2045B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9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3CE1-F40C-BE37-47DB-1F555733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E992A-1A21-0EAD-B3CA-10493BA6AA6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0167A-62FD-E960-EDC1-9FD3FF9F1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9B07A-4337-8443-C1A6-888682DC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5F7C0-BC97-BCB2-51C9-E6FCDCC1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64F53-2D0D-073B-F182-3BD3D71B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67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CBF7-0E47-BB40-A449-2F590707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0DCB4-3500-5870-6F86-D7FE17ADB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A9BDA-1D06-BB32-14B3-C365B720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0BDAC-2422-18C7-835E-901EFAC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DBA60-2652-F2C0-4E9F-10C0AA37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79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704F82-E606-61E1-9FDB-F6D29C05A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319A8-E9FB-94EE-56A6-614A6D6AA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5B9A7-CB7A-1FAA-CE01-D43433F1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F5734-4F0B-B1D8-BBCF-AB7F1C55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1FE5-1837-2A8B-7F96-90438BF3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7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CE727-A48D-38C6-7F7B-46D74450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35480-522C-C7EA-ED72-8830DDF19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1E49E-BBF9-EABB-17C4-4D220A305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1642F-E4EE-482C-AF31-A6E9BACFC61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F0EA-43D4-C4A5-7EC3-2804F5A06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F4953-BA73-0E99-81B9-7EF0AEB34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9CA8B-3870-4308-A7DD-84FC25AE4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67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35F9EA05-3E18-B4C2-1E6B-3959CE081A1B}"/>
              </a:ext>
            </a:extLst>
          </p:cNvPr>
          <p:cNvGrpSpPr/>
          <p:nvPr/>
        </p:nvGrpSpPr>
        <p:grpSpPr>
          <a:xfrm>
            <a:off x="496196" y="1287912"/>
            <a:ext cx="11199811" cy="2141088"/>
            <a:chOff x="496196" y="926308"/>
            <a:chExt cx="11449727" cy="21410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1DAC5A-FBBB-7996-4E04-6BC444674139}"/>
                </a:ext>
              </a:extLst>
            </p:cNvPr>
            <p:cNvSpPr/>
            <p:nvPr/>
          </p:nvSpPr>
          <p:spPr>
            <a:xfrm>
              <a:off x="496196" y="1124308"/>
              <a:ext cx="11442584" cy="1943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3A7494-15BC-7529-DCF6-CD6383479DD0}"/>
                </a:ext>
              </a:extLst>
            </p:cNvPr>
            <p:cNvSpPr/>
            <p:nvPr/>
          </p:nvSpPr>
          <p:spPr>
            <a:xfrm rot="10800000" flipV="1">
              <a:off x="503339" y="926308"/>
              <a:ext cx="11442584" cy="198000"/>
            </a:xfrm>
            <a:prstGeom prst="rect">
              <a:avLst/>
            </a:prstGeom>
            <a:gradFill>
              <a:gsLst>
                <a:gs pos="0">
                  <a:srgbClr val="463500"/>
                </a:gs>
                <a:gs pos="55000">
                  <a:schemeClr val="bg2">
                    <a:lumMod val="75000"/>
                  </a:schemeClr>
                </a:gs>
                <a:gs pos="78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b="1" dirty="0">
                  <a:solidFill>
                    <a:schemeClr val="bg1"/>
                  </a:solidFill>
                </a:rPr>
                <a:t>Search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B09C41-E856-05C4-A700-FA340BC5BFE6}"/>
              </a:ext>
            </a:extLst>
          </p:cNvPr>
          <p:cNvGrpSpPr/>
          <p:nvPr/>
        </p:nvGrpSpPr>
        <p:grpSpPr>
          <a:xfrm>
            <a:off x="606287" y="1617952"/>
            <a:ext cx="2205970" cy="246221"/>
            <a:chOff x="606287" y="1256348"/>
            <a:chExt cx="2205970" cy="2462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448536-C5AA-3BC2-A167-B9D0E7724E87}"/>
                </a:ext>
              </a:extLst>
            </p:cNvPr>
            <p:cNvSpPr txBox="1"/>
            <p:nvPr/>
          </p:nvSpPr>
          <p:spPr>
            <a:xfrm>
              <a:off x="606287" y="1256348"/>
              <a:ext cx="7843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Search For: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E46058-182F-88F6-B091-C4742C587B75}"/>
                </a:ext>
              </a:extLst>
            </p:cNvPr>
            <p:cNvGrpSpPr/>
            <p:nvPr/>
          </p:nvGrpSpPr>
          <p:grpSpPr>
            <a:xfrm>
              <a:off x="1390651" y="1267842"/>
              <a:ext cx="1421606" cy="223232"/>
              <a:chOff x="1390651" y="1279337"/>
              <a:chExt cx="1421606" cy="2232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4AE491-B53D-6330-73B8-AB68393FB802}"/>
                  </a:ext>
                </a:extLst>
              </p:cNvPr>
              <p:cNvSpPr/>
              <p:nvPr/>
            </p:nvSpPr>
            <p:spPr>
              <a:xfrm>
                <a:off x="1390651" y="1279337"/>
                <a:ext cx="1421606" cy="223232"/>
              </a:xfrm>
              <a:prstGeom prst="rect">
                <a:avLst/>
              </a:prstGeom>
              <a:solidFill>
                <a:schemeClr val="bg1"/>
              </a:solidFill>
              <a:ln w="6350"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000" dirty="0">
                    <a:solidFill>
                      <a:schemeClr val="tx1"/>
                    </a:solidFill>
                  </a:rPr>
                  <a:t>Customer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7454BA8-A9DF-4035-1ED8-2353C8E937E8}"/>
                  </a:ext>
                </a:extLst>
              </p:cNvPr>
              <p:cNvSpPr/>
              <p:nvPr/>
            </p:nvSpPr>
            <p:spPr>
              <a:xfrm>
                <a:off x="2595563" y="1298387"/>
                <a:ext cx="202410" cy="1889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</a:rPr>
                  <a:t>▼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43D59D-9146-9BC2-1F78-68CBD78B9CE0}"/>
              </a:ext>
            </a:extLst>
          </p:cNvPr>
          <p:cNvGrpSpPr/>
          <p:nvPr/>
        </p:nvGrpSpPr>
        <p:grpSpPr>
          <a:xfrm>
            <a:off x="2968487" y="1617952"/>
            <a:ext cx="2205970" cy="246221"/>
            <a:chOff x="606287" y="1256348"/>
            <a:chExt cx="2205970" cy="24622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DD62F9-414E-B2BA-88F6-24977C97623E}"/>
                </a:ext>
              </a:extLst>
            </p:cNvPr>
            <p:cNvSpPr txBox="1"/>
            <p:nvPr/>
          </p:nvSpPr>
          <p:spPr>
            <a:xfrm>
              <a:off x="606287" y="1256348"/>
              <a:ext cx="7843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Search By: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481251D-1CB1-6230-6442-50E6BC0EC09A}"/>
                </a:ext>
              </a:extLst>
            </p:cNvPr>
            <p:cNvGrpSpPr/>
            <p:nvPr/>
          </p:nvGrpSpPr>
          <p:grpSpPr>
            <a:xfrm>
              <a:off x="1390651" y="1267842"/>
              <a:ext cx="1421606" cy="223232"/>
              <a:chOff x="1390651" y="1279337"/>
              <a:chExt cx="1421606" cy="22323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8FA1274-F769-6498-D20C-5BA0FD687C52}"/>
                  </a:ext>
                </a:extLst>
              </p:cNvPr>
              <p:cNvSpPr/>
              <p:nvPr/>
            </p:nvSpPr>
            <p:spPr>
              <a:xfrm>
                <a:off x="1390651" y="1279337"/>
                <a:ext cx="1421606" cy="223232"/>
              </a:xfrm>
              <a:prstGeom prst="rect">
                <a:avLst/>
              </a:prstGeom>
              <a:solidFill>
                <a:schemeClr val="bg1"/>
              </a:solidFill>
              <a:ln w="6350"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000" dirty="0">
                    <a:solidFill>
                      <a:schemeClr val="tx1"/>
                    </a:solidFill>
                  </a:rPr>
                  <a:t>Person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973BC84-BE40-FCE9-529F-5EC4363BD1F8}"/>
                  </a:ext>
                </a:extLst>
              </p:cNvPr>
              <p:cNvSpPr/>
              <p:nvPr/>
            </p:nvSpPr>
            <p:spPr>
              <a:xfrm>
                <a:off x="2595563" y="1298387"/>
                <a:ext cx="202410" cy="1889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</a:rPr>
                  <a:t>▼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7D9D2F-AD9F-AC57-B250-80F7182BEBAB}"/>
              </a:ext>
            </a:extLst>
          </p:cNvPr>
          <p:cNvGrpSpPr/>
          <p:nvPr/>
        </p:nvGrpSpPr>
        <p:grpSpPr>
          <a:xfrm>
            <a:off x="7994882" y="1617952"/>
            <a:ext cx="2707538" cy="246221"/>
            <a:chOff x="104719" y="1256348"/>
            <a:chExt cx="2707538" cy="2462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3A0AF7-936F-04FC-0B7F-657A8AECD0A2}"/>
                </a:ext>
              </a:extLst>
            </p:cNvPr>
            <p:cNvSpPr txBox="1"/>
            <p:nvPr/>
          </p:nvSpPr>
          <p:spPr>
            <a:xfrm>
              <a:off x="104719" y="1256348"/>
              <a:ext cx="1285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First Name: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315DDBB-2DF2-4CAC-96C1-CEA41B836213}"/>
                </a:ext>
              </a:extLst>
            </p:cNvPr>
            <p:cNvSpPr/>
            <p:nvPr/>
          </p:nvSpPr>
          <p:spPr>
            <a:xfrm>
              <a:off x="1390651" y="1267842"/>
              <a:ext cx="1421606" cy="223232"/>
            </a:xfrm>
            <a:prstGeom prst="rect">
              <a:avLst/>
            </a:prstGeom>
            <a:solidFill>
              <a:schemeClr val="bg1"/>
            </a:solidFill>
            <a:ln w="635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923EDC-78A5-9EBB-E984-A29181279BB6}"/>
              </a:ext>
            </a:extLst>
          </p:cNvPr>
          <p:cNvGrpSpPr/>
          <p:nvPr/>
        </p:nvGrpSpPr>
        <p:grpSpPr>
          <a:xfrm>
            <a:off x="7994882" y="1905297"/>
            <a:ext cx="2707538" cy="246221"/>
            <a:chOff x="104719" y="1256348"/>
            <a:chExt cx="2707538" cy="24622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822DD3A-AD66-1587-70AB-0EB3363C3FDD}"/>
                </a:ext>
              </a:extLst>
            </p:cNvPr>
            <p:cNvSpPr txBox="1"/>
            <p:nvPr/>
          </p:nvSpPr>
          <p:spPr>
            <a:xfrm>
              <a:off x="104719" y="1256348"/>
              <a:ext cx="1285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Middle Name: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BB1354B-9A5A-E70F-90D5-362FB6C0F5A8}"/>
                </a:ext>
              </a:extLst>
            </p:cNvPr>
            <p:cNvSpPr/>
            <p:nvPr/>
          </p:nvSpPr>
          <p:spPr>
            <a:xfrm>
              <a:off x="1390651" y="1267842"/>
              <a:ext cx="1421606" cy="223232"/>
            </a:xfrm>
            <a:prstGeom prst="rect">
              <a:avLst/>
            </a:prstGeom>
            <a:solidFill>
              <a:schemeClr val="bg1"/>
            </a:solidFill>
            <a:ln w="635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DCE5F9-4C95-F995-96A8-26FE482EAF50}"/>
              </a:ext>
            </a:extLst>
          </p:cNvPr>
          <p:cNvGrpSpPr/>
          <p:nvPr/>
        </p:nvGrpSpPr>
        <p:grpSpPr>
          <a:xfrm>
            <a:off x="7994882" y="2192642"/>
            <a:ext cx="2707538" cy="246221"/>
            <a:chOff x="104719" y="1256348"/>
            <a:chExt cx="2707538" cy="24622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8CB8D5-4446-5D8F-8226-1DD3ACCBD2A1}"/>
                </a:ext>
              </a:extLst>
            </p:cNvPr>
            <p:cNvSpPr txBox="1"/>
            <p:nvPr/>
          </p:nvSpPr>
          <p:spPr>
            <a:xfrm>
              <a:off x="104719" y="1256348"/>
              <a:ext cx="1285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Last Name: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AB359E5-1480-4345-D7A0-F215013A4D8F}"/>
                </a:ext>
              </a:extLst>
            </p:cNvPr>
            <p:cNvSpPr/>
            <p:nvPr/>
          </p:nvSpPr>
          <p:spPr>
            <a:xfrm>
              <a:off x="1390651" y="1267842"/>
              <a:ext cx="1421606" cy="223232"/>
            </a:xfrm>
            <a:prstGeom prst="rect">
              <a:avLst/>
            </a:prstGeom>
            <a:solidFill>
              <a:schemeClr val="bg1"/>
            </a:solidFill>
            <a:ln w="635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AD1F4A-3B63-7DE3-C167-4F50A154E878}"/>
              </a:ext>
            </a:extLst>
          </p:cNvPr>
          <p:cNvGrpSpPr/>
          <p:nvPr/>
        </p:nvGrpSpPr>
        <p:grpSpPr>
          <a:xfrm>
            <a:off x="7994882" y="2479987"/>
            <a:ext cx="2707538" cy="246221"/>
            <a:chOff x="104719" y="1256348"/>
            <a:chExt cx="2707538" cy="24622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F3E132-D2EE-60FE-B5FB-35E9402961D0}"/>
                </a:ext>
              </a:extLst>
            </p:cNvPr>
            <p:cNvSpPr txBox="1"/>
            <p:nvPr/>
          </p:nvSpPr>
          <p:spPr>
            <a:xfrm>
              <a:off x="104719" y="1256348"/>
              <a:ext cx="1285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DOB: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B5ECE09-CEE5-3C82-6D3C-0283525B91C2}"/>
                </a:ext>
              </a:extLst>
            </p:cNvPr>
            <p:cNvGrpSpPr/>
            <p:nvPr/>
          </p:nvGrpSpPr>
          <p:grpSpPr>
            <a:xfrm>
              <a:off x="1390651" y="1267842"/>
              <a:ext cx="1421606" cy="223232"/>
              <a:chOff x="1390651" y="1279337"/>
              <a:chExt cx="1421606" cy="223232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ADF94ED-E6C5-775B-62FD-EC1B79A22A9A}"/>
                  </a:ext>
                </a:extLst>
              </p:cNvPr>
              <p:cNvSpPr/>
              <p:nvPr/>
            </p:nvSpPr>
            <p:spPr>
              <a:xfrm>
                <a:off x="1390651" y="1279337"/>
                <a:ext cx="1421606" cy="223232"/>
              </a:xfrm>
              <a:prstGeom prst="rect">
                <a:avLst/>
              </a:prstGeom>
              <a:solidFill>
                <a:schemeClr val="bg1"/>
              </a:solidFill>
              <a:ln w="6350"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I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20D5AA9-A2FF-05B6-6F46-71D6A48CB1BB}"/>
                  </a:ext>
                </a:extLst>
              </p:cNvPr>
              <p:cNvSpPr/>
              <p:nvPr/>
            </p:nvSpPr>
            <p:spPr>
              <a:xfrm>
                <a:off x="2602706" y="1300768"/>
                <a:ext cx="202410" cy="1889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</a:rPr>
                  <a:t>📅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AFA7431-7795-D681-564F-A45E440D507D}"/>
              </a:ext>
            </a:extLst>
          </p:cNvPr>
          <p:cNvGrpSpPr/>
          <p:nvPr/>
        </p:nvGrpSpPr>
        <p:grpSpPr>
          <a:xfrm>
            <a:off x="7994882" y="2767332"/>
            <a:ext cx="2707538" cy="246221"/>
            <a:chOff x="104719" y="1256348"/>
            <a:chExt cx="2707538" cy="24622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BEAD2C-25FB-568B-53BA-F5039A295539}"/>
                </a:ext>
              </a:extLst>
            </p:cNvPr>
            <p:cNvSpPr txBox="1"/>
            <p:nvPr/>
          </p:nvSpPr>
          <p:spPr>
            <a:xfrm>
              <a:off x="104719" y="1256348"/>
              <a:ext cx="1285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Post Code: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69059F0-9F31-49D5-79E7-901C1C553D32}"/>
                </a:ext>
              </a:extLst>
            </p:cNvPr>
            <p:cNvSpPr/>
            <p:nvPr/>
          </p:nvSpPr>
          <p:spPr>
            <a:xfrm>
              <a:off x="1390651" y="1267842"/>
              <a:ext cx="1421606" cy="223232"/>
            </a:xfrm>
            <a:prstGeom prst="rect">
              <a:avLst/>
            </a:prstGeom>
            <a:solidFill>
              <a:schemeClr val="bg1"/>
            </a:solidFill>
            <a:ln w="635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78EDBDC-A6F7-B013-D75E-7C1F15A2DE1F}"/>
              </a:ext>
            </a:extLst>
          </p:cNvPr>
          <p:cNvGrpSpPr/>
          <p:nvPr/>
        </p:nvGrpSpPr>
        <p:grpSpPr>
          <a:xfrm>
            <a:off x="7994882" y="3054675"/>
            <a:ext cx="1424780" cy="246221"/>
            <a:chOff x="104719" y="1256348"/>
            <a:chExt cx="1424780" cy="24622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E90395E-91E4-20EF-CEF4-EA944C0572E9}"/>
                </a:ext>
              </a:extLst>
            </p:cNvPr>
            <p:cNvSpPr txBox="1"/>
            <p:nvPr/>
          </p:nvSpPr>
          <p:spPr>
            <a:xfrm>
              <a:off x="104719" y="1256348"/>
              <a:ext cx="1285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Exclude Deceased: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CDDD1F-3418-A983-93E7-891CAEFC0501}"/>
                </a:ext>
              </a:extLst>
            </p:cNvPr>
            <p:cNvSpPr/>
            <p:nvPr/>
          </p:nvSpPr>
          <p:spPr>
            <a:xfrm>
              <a:off x="1390651" y="1309564"/>
              <a:ext cx="138848" cy="139788"/>
            </a:xfrm>
            <a:prstGeom prst="rect">
              <a:avLst/>
            </a:prstGeom>
            <a:solidFill>
              <a:schemeClr val="bg1"/>
            </a:solidFill>
            <a:ln w="635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BA10F87-1A76-99AD-DC12-8795DDFEE61A}"/>
              </a:ext>
            </a:extLst>
          </p:cNvPr>
          <p:cNvSpPr/>
          <p:nvPr/>
        </p:nvSpPr>
        <p:spPr>
          <a:xfrm>
            <a:off x="10865081" y="1617952"/>
            <a:ext cx="660400" cy="208046"/>
          </a:xfrm>
          <a:prstGeom prst="roundRect">
            <a:avLst/>
          </a:prstGeom>
          <a:gradFill flip="none" rotWithShape="1">
            <a:gsLst>
              <a:gs pos="0">
                <a:srgbClr val="BC8600"/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Search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7E7A8CF-3261-0A20-4D28-555D53AFE5C0}"/>
              </a:ext>
            </a:extLst>
          </p:cNvPr>
          <p:cNvGrpSpPr/>
          <p:nvPr/>
        </p:nvGrpSpPr>
        <p:grpSpPr>
          <a:xfrm>
            <a:off x="496196" y="3657039"/>
            <a:ext cx="11199811" cy="2141088"/>
            <a:chOff x="496196" y="926308"/>
            <a:chExt cx="11449727" cy="214108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A77D926-7D0D-4476-4F54-DE4E18760A61}"/>
                </a:ext>
              </a:extLst>
            </p:cNvPr>
            <p:cNvSpPr/>
            <p:nvPr/>
          </p:nvSpPr>
          <p:spPr>
            <a:xfrm>
              <a:off x="496196" y="1124308"/>
              <a:ext cx="11442584" cy="1943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3201A1D-5504-EEBC-E4FE-12266529A0E2}"/>
                </a:ext>
              </a:extLst>
            </p:cNvPr>
            <p:cNvSpPr/>
            <p:nvPr/>
          </p:nvSpPr>
          <p:spPr>
            <a:xfrm rot="10800000" flipV="1">
              <a:off x="503339" y="926308"/>
              <a:ext cx="11442584" cy="198000"/>
            </a:xfrm>
            <a:prstGeom prst="rect">
              <a:avLst/>
            </a:prstGeom>
            <a:gradFill>
              <a:gsLst>
                <a:gs pos="0">
                  <a:srgbClr val="463500"/>
                </a:gs>
                <a:gs pos="55000">
                  <a:schemeClr val="bg2">
                    <a:lumMod val="75000"/>
                  </a:schemeClr>
                </a:gs>
                <a:gs pos="78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b="1" dirty="0">
                  <a:solidFill>
                    <a:schemeClr val="bg1"/>
                  </a:solidFill>
                </a:rPr>
                <a:t>Search Results</a:t>
              </a:r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459492D-77FB-1E2D-9165-98AF1EBA59D6}"/>
              </a:ext>
            </a:extLst>
          </p:cNvPr>
          <p:cNvSpPr/>
          <p:nvPr/>
        </p:nvSpPr>
        <p:spPr>
          <a:xfrm>
            <a:off x="10623666" y="5930367"/>
            <a:ext cx="901815" cy="208046"/>
          </a:xfrm>
          <a:prstGeom prst="roundRect">
            <a:avLst/>
          </a:prstGeom>
          <a:gradFill flip="none" rotWithShape="1">
            <a:gsLst>
              <a:gs pos="0">
                <a:srgbClr val="FFE7AB"/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rgbClr val="FFE68B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bg1">
                    <a:lumMod val="65000"/>
                  </a:schemeClr>
                </a:solidFill>
              </a:rPr>
              <a:t>Continue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BFFFFD0-427B-E7A3-D186-58FC45080713}"/>
              </a:ext>
            </a:extLst>
          </p:cNvPr>
          <p:cNvSpPr/>
          <p:nvPr/>
        </p:nvSpPr>
        <p:spPr>
          <a:xfrm>
            <a:off x="9591054" y="5930367"/>
            <a:ext cx="901815" cy="208046"/>
          </a:xfrm>
          <a:prstGeom prst="roundRect">
            <a:avLst/>
          </a:prstGeom>
          <a:gradFill flip="none" rotWithShape="1">
            <a:gsLst>
              <a:gs pos="0">
                <a:srgbClr val="BC8600"/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8E475B7-512B-39FB-D1DC-2F3FD7465AC1}"/>
              </a:ext>
            </a:extLst>
          </p:cNvPr>
          <p:cNvSpPr/>
          <p:nvPr/>
        </p:nvSpPr>
        <p:spPr>
          <a:xfrm>
            <a:off x="11393990" y="27645"/>
            <a:ext cx="779032" cy="385446"/>
          </a:xfrm>
          <a:prstGeom prst="roundRect">
            <a:avLst>
              <a:gd name="adj" fmla="val 47175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1"/>
                </a:solidFill>
              </a:rPr>
              <a:t>OBD-001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DEF30F-1A54-8E5A-6EAB-417C483BC726}"/>
              </a:ext>
            </a:extLst>
          </p:cNvPr>
          <p:cNvCxnSpPr/>
          <p:nvPr/>
        </p:nvCxnSpPr>
        <p:spPr>
          <a:xfrm>
            <a:off x="606287" y="4160173"/>
            <a:ext cx="1098076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BD1755-B4DD-F4C1-BF80-66D1B3EE419B}"/>
              </a:ext>
            </a:extLst>
          </p:cNvPr>
          <p:cNvSpPr txBox="1"/>
          <p:nvPr/>
        </p:nvSpPr>
        <p:spPr>
          <a:xfrm>
            <a:off x="525520" y="3939500"/>
            <a:ext cx="110615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Customer Name                                                                        DOB                                               Address                                                                                                      Alias                                   Owner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8134B7-8E22-8421-FBF1-550D723AF3E2}"/>
              </a:ext>
            </a:extLst>
          </p:cNvPr>
          <p:cNvSpPr txBox="1"/>
          <p:nvPr/>
        </p:nvSpPr>
        <p:spPr>
          <a:xfrm>
            <a:off x="525520" y="4154322"/>
            <a:ext cx="110615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000099"/>
                </a:solidFill>
              </a:rPr>
              <a:t>SMITH, WILL (MR)                                                                    XX/XX/1991                                  XX XXXXXXXX </a:t>
            </a:r>
            <a:r>
              <a:rPr lang="en-IN" sz="1000" dirty="0" err="1">
                <a:solidFill>
                  <a:srgbClr val="000099"/>
                </a:solidFill>
              </a:rPr>
              <a:t>XXXXXXXX</a:t>
            </a:r>
            <a:r>
              <a:rPr lang="en-IN" sz="1000" dirty="0">
                <a:solidFill>
                  <a:srgbClr val="000099"/>
                </a:solidFill>
              </a:rPr>
              <a:t> PO BOX 370                                                                                             Retail Banking Services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9BF2AA-25E5-B24F-BB2F-1897C150056C}"/>
              </a:ext>
            </a:extLst>
          </p:cNvPr>
          <p:cNvSpPr/>
          <p:nvPr/>
        </p:nvSpPr>
        <p:spPr>
          <a:xfrm>
            <a:off x="10623666" y="5486059"/>
            <a:ext cx="901815" cy="208046"/>
          </a:xfrm>
          <a:prstGeom prst="roundRect">
            <a:avLst/>
          </a:prstGeom>
          <a:gradFill flip="none" rotWithShape="1">
            <a:gsLst>
              <a:gs pos="0">
                <a:srgbClr val="FFE7AB"/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rgbClr val="FFE68B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bg1">
                    <a:lumMod val="65000"/>
                  </a:schemeClr>
                </a:solidFill>
              </a:rPr>
              <a:t>Next 25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C451CBB-9BF8-7FDE-490D-4FE084D17578}"/>
              </a:ext>
            </a:extLst>
          </p:cNvPr>
          <p:cNvSpPr/>
          <p:nvPr/>
        </p:nvSpPr>
        <p:spPr>
          <a:xfrm>
            <a:off x="8711231" y="5486059"/>
            <a:ext cx="1781637" cy="208046"/>
          </a:xfrm>
          <a:prstGeom prst="roundRect">
            <a:avLst/>
          </a:prstGeom>
          <a:gradFill flip="none" rotWithShape="1">
            <a:gsLst>
              <a:gs pos="0">
                <a:srgbClr val="FFE7AB"/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rgbClr val="FFE68B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bg1">
                    <a:lumMod val="65000"/>
                  </a:schemeClr>
                </a:solidFill>
              </a:rPr>
              <a:t>Check Duplicate Customers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FDD3EC-82FD-F601-40D6-1482120162D8}"/>
              </a:ext>
            </a:extLst>
          </p:cNvPr>
          <p:cNvSpPr txBox="1"/>
          <p:nvPr/>
        </p:nvSpPr>
        <p:spPr>
          <a:xfrm>
            <a:off x="678107" y="5930367"/>
            <a:ext cx="84705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Check to ensure your customer does not already exist. If they do not, click on the Continue button to proceed.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93D18EF-886A-20DE-366E-F41D69C8F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98" y="5973456"/>
            <a:ext cx="158404" cy="16004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1554882-A19E-12CC-AAD4-E64A7AD6BBAE}"/>
              </a:ext>
            </a:extLst>
          </p:cNvPr>
          <p:cNvSpPr txBox="1"/>
          <p:nvPr/>
        </p:nvSpPr>
        <p:spPr>
          <a:xfrm>
            <a:off x="0" y="-19721"/>
            <a:ext cx="274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Onboard New Customer</a:t>
            </a:r>
          </a:p>
        </p:txBody>
      </p:sp>
    </p:spTree>
    <p:extLst>
      <p:ext uri="{BB962C8B-B14F-4D97-AF65-F5344CB8AC3E}">
        <p14:creationId xmlns:p14="http://schemas.microsoft.com/office/powerpoint/2010/main" val="397518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6B7DDA-A6D1-05F2-EAA1-6B1E936DA9E6}"/>
              </a:ext>
            </a:extLst>
          </p:cNvPr>
          <p:cNvSpPr txBox="1"/>
          <p:nvPr/>
        </p:nvSpPr>
        <p:spPr>
          <a:xfrm>
            <a:off x="0" y="-19721"/>
            <a:ext cx="274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Display Existing Customer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5F9EA05-3E18-B4C2-1E6B-3959CE081A1B}"/>
              </a:ext>
            </a:extLst>
          </p:cNvPr>
          <p:cNvGrpSpPr/>
          <p:nvPr/>
        </p:nvGrpSpPr>
        <p:grpSpPr>
          <a:xfrm>
            <a:off x="100145" y="337503"/>
            <a:ext cx="5716140" cy="2040354"/>
            <a:chOff x="496196" y="818402"/>
            <a:chExt cx="11449727" cy="2040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1DAC5A-FBBB-7996-4E04-6BC444674139}"/>
                </a:ext>
              </a:extLst>
            </p:cNvPr>
            <p:cNvSpPr/>
            <p:nvPr/>
          </p:nvSpPr>
          <p:spPr>
            <a:xfrm>
              <a:off x="496196" y="1022707"/>
              <a:ext cx="11442584" cy="18360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3A7494-15BC-7529-DCF6-CD6383479DD0}"/>
                </a:ext>
              </a:extLst>
            </p:cNvPr>
            <p:cNvSpPr/>
            <p:nvPr/>
          </p:nvSpPr>
          <p:spPr>
            <a:xfrm rot="10800000" flipV="1">
              <a:off x="503339" y="818402"/>
              <a:ext cx="11442584" cy="198000"/>
            </a:xfrm>
            <a:prstGeom prst="rect">
              <a:avLst/>
            </a:prstGeom>
            <a:gradFill>
              <a:gsLst>
                <a:gs pos="0">
                  <a:srgbClr val="463500"/>
                </a:gs>
                <a:gs pos="55000">
                  <a:schemeClr val="bg2">
                    <a:lumMod val="75000"/>
                  </a:schemeClr>
                </a:gs>
                <a:gs pos="78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b="1" dirty="0">
                  <a:solidFill>
                    <a:schemeClr val="bg1"/>
                  </a:solidFill>
                </a:rPr>
                <a:t>Search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B01E7B-9AB6-2A17-FED6-252E2E9C259F}"/>
              </a:ext>
            </a:extLst>
          </p:cNvPr>
          <p:cNvGrpSpPr/>
          <p:nvPr/>
        </p:nvGrpSpPr>
        <p:grpSpPr>
          <a:xfrm>
            <a:off x="219760" y="572619"/>
            <a:ext cx="2748968" cy="246221"/>
            <a:chOff x="596688" y="1218884"/>
            <a:chExt cx="2748968" cy="2462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448536-C5AA-3BC2-A167-B9D0E7724E87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Name: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6176B1-05A7-7609-8C32-DD7D551E6CFD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SMITH, WILL (MR)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4A86580-3D5C-5D52-8BAD-D1C3FFFF46D2}"/>
              </a:ext>
            </a:extLst>
          </p:cNvPr>
          <p:cNvGrpSpPr/>
          <p:nvPr/>
        </p:nvGrpSpPr>
        <p:grpSpPr>
          <a:xfrm>
            <a:off x="219760" y="765091"/>
            <a:ext cx="2748968" cy="246221"/>
            <a:chOff x="596688" y="1218884"/>
            <a:chExt cx="2748968" cy="246221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9446B83-C782-703D-0397-176E86AB7AC0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Pref. Name: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B615CA6-6243-63CF-5991-0852C0A3FD53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1000" dirty="0">
                <a:solidFill>
                  <a:srgbClr val="000099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7A277E7-7091-B694-F762-C0EDF14E3DE1}"/>
              </a:ext>
            </a:extLst>
          </p:cNvPr>
          <p:cNvGrpSpPr/>
          <p:nvPr/>
        </p:nvGrpSpPr>
        <p:grpSpPr>
          <a:xfrm>
            <a:off x="219760" y="1043433"/>
            <a:ext cx="2748968" cy="246221"/>
            <a:chOff x="596688" y="1218884"/>
            <a:chExt cx="2748968" cy="24622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09319FE-96DB-86F4-2033-F08C1E4D82D4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Owner: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14E7135-B9DC-06BE-A96C-D04538884EEC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Retail Banking Services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3FF8A9F-9170-0A63-98D8-DF227B3CB187}"/>
              </a:ext>
            </a:extLst>
          </p:cNvPr>
          <p:cNvGrpSpPr/>
          <p:nvPr/>
        </p:nvGrpSpPr>
        <p:grpSpPr>
          <a:xfrm>
            <a:off x="219760" y="1289653"/>
            <a:ext cx="2748968" cy="400110"/>
            <a:chOff x="596688" y="1218884"/>
            <a:chExt cx="2748968" cy="40011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0C55E4B-15B0-FECE-BA44-76B168C04F09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Address: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44B1F97-D178-88ED-AEB7-46E95830DC77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UNIT  10 160 AWESOME ST</a:t>
              </a:r>
            </a:p>
            <a:p>
              <a:r>
                <a:rPr lang="en-IN" sz="1000" dirty="0">
                  <a:solidFill>
                    <a:srgbClr val="000099"/>
                  </a:solidFill>
                </a:rPr>
                <a:t>FORSTER NSW 2500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4049C70-3DA8-0400-B1AE-F34EE4105847}"/>
              </a:ext>
            </a:extLst>
          </p:cNvPr>
          <p:cNvGrpSpPr/>
          <p:nvPr/>
        </p:nvGrpSpPr>
        <p:grpSpPr>
          <a:xfrm>
            <a:off x="219760" y="1636925"/>
            <a:ext cx="2748968" cy="246221"/>
            <a:chOff x="596688" y="1218884"/>
            <a:chExt cx="2748968" cy="2462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F924E91-6C91-9242-AD15-DA483AE88E25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Date of Birth: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CE68AFE-81A8-D308-6A8B-33CCFA86D978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01/01/2000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3683C55-44D2-74E6-D95B-EA016E1280E8}"/>
              </a:ext>
            </a:extLst>
          </p:cNvPr>
          <p:cNvGrpSpPr/>
          <p:nvPr/>
        </p:nvGrpSpPr>
        <p:grpSpPr>
          <a:xfrm>
            <a:off x="219760" y="1836980"/>
            <a:ext cx="2748968" cy="246221"/>
            <a:chOff x="596688" y="1218884"/>
            <a:chExt cx="2748968" cy="246221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208FC81-DAB7-5B27-89FE-FB5BD9541447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Customer Id: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B99EEC4-ECCE-B422-CE3D-350A024C8A53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12345678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EEA9C1B-7C82-E319-079F-A2C37D058EA9}"/>
              </a:ext>
            </a:extLst>
          </p:cNvPr>
          <p:cNvGrpSpPr/>
          <p:nvPr/>
        </p:nvGrpSpPr>
        <p:grpSpPr>
          <a:xfrm>
            <a:off x="219760" y="2037034"/>
            <a:ext cx="2748968" cy="246221"/>
            <a:chOff x="596688" y="1218884"/>
            <a:chExt cx="2748968" cy="246221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7207984-FE62-F0AD-25BF-50D238E78925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Identity Verified: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F98705B-2DF3-0E13-33A4-4F96798CFC5E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Yes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81B94E-26DD-72F3-C5F9-8C9D1E0B587D}"/>
              </a:ext>
            </a:extLst>
          </p:cNvPr>
          <p:cNvGrpSpPr/>
          <p:nvPr/>
        </p:nvGrpSpPr>
        <p:grpSpPr>
          <a:xfrm>
            <a:off x="2968728" y="572619"/>
            <a:ext cx="2748968" cy="246221"/>
            <a:chOff x="596688" y="1218884"/>
            <a:chExt cx="2748968" cy="246221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91A7C59-D31C-1684-4136-0591EA4B1054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Customer Status: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B85B3AF-6A0A-99D8-AB2D-218FBD0420AB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Sound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2559D39-4CBE-AB58-870B-A0391C78D371}"/>
              </a:ext>
            </a:extLst>
          </p:cNvPr>
          <p:cNvGrpSpPr/>
          <p:nvPr/>
        </p:nvGrpSpPr>
        <p:grpSpPr>
          <a:xfrm>
            <a:off x="2968728" y="765091"/>
            <a:ext cx="2748968" cy="246221"/>
            <a:chOff x="596688" y="1218884"/>
            <a:chExt cx="2748968" cy="24622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B3A07FD-ACA5-B8CD-E42D-D94F45B3299B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ICB Rating: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0821970-F232-0FB8-B5C1-0F2575C76BB8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1000" dirty="0">
                <a:solidFill>
                  <a:srgbClr val="000099"/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ACA706A-80BF-12A1-FDB1-C1DD93BA423D}"/>
              </a:ext>
            </a:extLst>
          </p:cNvPr>
          <p:cNvGrpSpPr/>
          <p:nvPr/>
        </p:nvGrpSpPr>
        <p:grpSpPr>
          <a:xfrm>
            <a:off x="2968728" y="1136171"/>
            <a:ext cx="2748968" cy="246221"/>
            <a:chOff x="596688" y="1218884"/>
            <a:chExt cx="2748968" cy="24622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5F7EA74-E84B-2658-1A51-8A1C803678A6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Business Phone: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086A3A5-60AA-5FCE-1875-49C0F5DD9842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61-111222333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72E4B9E-9ACF-F182-87D9-3D24F21C993F}"/>
              </a:ext>
            </a:extLst>
          </p:cNvPr>
          <p:cNvGrpSpPr/>
          <p:nvPr/>
        </p:nvGrpSpPr>
        <p:grpSpPr>
          <a:xfrm>
            <a:off x="2968728" y="1333681"/>
            <a:ext cx="2748968" cy="246221"/>
            <a:chOff x="596688" y="1218884"/>
            <a:chExt cx="2748968" cy="246221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F92EF83-E184-2FCE-EECB-F01C0A3F86FC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Home Phone: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FC5D847-C401-AF18-C9F1-A1B833694EE1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61-112233445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6C7FC9A-0126-BBD7-BBD8-9855AE21FD2D}"/>
              </a:ext>
            </a:extLst>
          </p:cNvPr>
          <p:cNvGrpSpPr/>
          <p:nvPr/>
        </p:nvGrpSpPr>
        <p:grpSpPr>
          <a:xfrm>
            <a:off x="2968728" y="1536280"/>
            <a:ext cx="2748968" cy="246221"/>
            <a:chOff x="596688" y="1218884"/>
            <a:chExt cx="2748968" cy="24622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5F31EBC-34C4-F387-A4BD-BE110A3988BD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Mobile Phone: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EBB974C-D727-7130-26DD-4CDA38947C11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61-123456789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CB10693-D9C7-F1FE-8234-CA68B1BF74CE}"/>
              </a:ext>
            </a:extLst>
          </p:cNvPr>
          <p:cNvGrpSpPr/>
          <p:nvPr/>
        </p:nvGrpSpPr>
        <p:grpSpPr>
          <a:xfrm>
            <a:off x="2968728" y="1751365"/>
            <a:ext cx="2748968" cy="246221"/>
            <a:chOff x="596688" y="1218884"/>
            <a:chExt cx="2748968" cy="246221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9FC00AF-1E28-552C-4C7F-399626B3CF6B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Email: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FD99CD7-7E60-8572-4ED5-CE8931D35BE6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will.smith@hollywood.com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874BB1D-ACDC-24ED-CD38-7163426DF6A2}"/>
              </a:ext>
            </a:extLst>
          </p:cNvPr>
          <p:cNvGrpSpPr/>
          <p:nvPr/>
        </p:nvGrpSpPr>
        <p:grpSpPr>
          <a:xfrm>
            <a:off x="2968728" y="1929129"/>
            <a:ext cx="2748968" cy="246221"/>
            <a:chOff x="596688" y="1218884"/>
            <a:chExt cx="2748968" cy="246221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DDD2579-BB16-364E-3C5B-78D53E8E98D0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Mobile Phone: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548E91D-CFE9-BFC7-06C1-EB960BCD2810}"/>
                </a:ext>
              </a:extLst>
            </p:cNvPr>
            <p:cNvSpPr txBox="1"/>
            <p:nvPr/>
          </p:nvSpPr>
          <p:spPr>
            <a:xfrm>
              <a:off x="1714500" y="1218884"/>
              <a:ext cx="16311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1-987654321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E00A2EF-7AAF-180C-DD9C-89075B667E75}"/>
              </a:ext>
            </a:extLst>
          </p:cNvPr>
          <p:cNvGrpSpPr/>
          <p:nvPr/>
        </p:nvGrpSpPr>
        <p:grpSpPr>
          <a:xfrm>
            <a:off x="2968728" y="2144214"/>
            <a:ext cx="2843990" cy="246221"/>
            <a:chOff x="596688" y="1218884"/>
            <a:chExt cx="2843990" cy="246221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8D88CDC-2746-2A0D-A0A1-F107490AB41E}"/>
                </a:ext>
              </a:extLst>
            </p:cNvPr>
            <p:cNvSpPr txBox="1"/>
            <p:nvPr/>
          </p:nvSpPr>
          <p:spPr>
            <a:xfrm>
              <a:off x="596688" y="1218884"/>
              <a:ext cx="1117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Email: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6924E0E-D698-D63F-F838-8ECCD5F5BD36}"/>
                </a:ext>
              </a:extLst>
            </p:cNvPr>
            <p:cNvSpPr txBox="1"/>
            <p:nvPr/>
          </p:nvSpPr>
          <p:spPr>
            <a:xfrm>
              <a:off x="1714499" y="1218884"/>
              <a:ext cx="17261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will.smith2@hollywood.com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E81E266-D316-61D5-D120-67285ED65E15}"/>
              </a:ext>
            </a:extLst>
          </p:cNvPr>
          <p:cNvGrpSpPr/>
          <p:nvPr/>
        </p:nvGrpSpPr>
        <p:grpSpPr>
          <a:xfrm>
            <a:off x="100145" y="2423840"/>
            <a:ext cx="5716140" cy="1492769"/>
            <a:chOff x="496196" y="926308"/>
            <a:chExt cx="11449727" cy="1492769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D0044EF-CE30-CF0D-B6E4-19B876ECF48E}"/>
                </a:ext>
              </a:extLst>
            </p:cNvPr>
            <p:cNvSpPr/>
            <p:nvPr/>
          </p:nvSpPr>
          <p:spPr>
            <a:xfrm>
              <a:off x="496196" y="1124308"/>
              <a:ext cx="11442584" cy="12947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ED28316-54A4-3A82-A03C-377298A716E0}"/>
                </a:ext>
              </a:extLst>
            </p:cNvPr>
            <p:cNvSpPr/>
            <p:nvPr/>
          </p:nvSpPr>
          <p:spPr>
            <a:xfrm rot="10800000" flipV="1">
              <a:off x="503339" y="926308"/>
              <a:ext cx="11442584" cy="198000"/>
            </a:xfrm>
            <a:prstGeom prst="rect">
              <a:avLst/>
            </a:prstGeom>
            <a:gradFill>
              <a:gsLst>
                <a:gs pos="0">
                  <a:srgbClr val="463500"/>
                </a:gs>
                <a:gs pos="55000">
                  <a:schemeClr val="bg2">
                    <a:lumMod val="75000"/>
                  </a:schemeClr>
                </a:gs>
                <a:gs pos="78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b="1" dirty="0">
                  <a:solidFill>
                    <a:schemeClr val="bg1"/>
                  </a:solidFill>
                </a:rPr>
                <a:t>Interaction Summary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E99CE6D-B50E-04B2-93AC-11136B1D90B2}"/>
              </a:ext>
            </a:extLst>
          </p:cNvPr>
          <p:cNvGrpSpPr/>
          <p:nvPr/>
        </p:nvGrpSpPr>
        <p:grpSpPr>
          <a:xfrm>
            <a:off x="131630" y="2652598"/>
            <a:ext cx="5639830" cy="590613"/>
            <a:chOff x="508558" y="3519920"/>
            <a:chExt cx="5639830" cy="590613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6A6285B-B197-1A2D-DE0B-73A365C80F1D}"/>
                </a:ext>
              </a:extLst>
            </p:cNvPr>
            <p:cNvSpPr/>
            <p:nvPr/>
          </p:nvSpPr>
          <p:spPr>
            <a:xfrm>
              <a:off x="508558" y="3519920"/>
              <a:ext cx="5639830" cy="59061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EC16DB3C-E5C1-CCE7-804B-9136ED12D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301" y="3602887"/>
              <a:ext cx="394282" cy="394282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3C438A0-AA88-7073-4044-3D79C64740C0}"/>
                </a:ext>
              </a:extLst>
            </p:cNvPr>
            <p:cNvSpPr txBox="1"/>
            <p:nvPr/>
          </p:nvSpPr>
          <p:spPr>
            <a:xfrm>
              <a:off x="970068" y="3557420"/>
              <a:ext cx="51245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Customer Triggered – Relationship Management                     4 days ago (15/10/2026 3:38 PM)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1C65B9B-442D-950E-BC86-A9E250229758}"/>
                </a:ext>
              </a:extLst>
            </p:cNvPr>
            <p:cNvSpPr txBox="1"/>
            <p:nvPr/>
          </p:nvSpPr>
          <p:spPr>
            <a:xfrm>
              <a:off x="974326" y="3710423"/>
              <a:ext cx="5120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Partner Products – Digital Gold – term switch: customer opted for long term to reduce sale fee to 1%. Switched by </a:t>
              </a:r>
              <a:r>
                <a:rPr lang="en-IN" sz="1000" dirty="0" err="1">
                  <a:solidFill>
                    <a:srgbClr val="000099"/>
                  </a:solidFill>
                </a:rPr>
                <a:t>somit</a:t>
              </a:r>
              <a:r>
                <a:rPr lang="en-IN" sz="1000" dirty="0">
                  <a:solidFill>
                    <a:srgbClr val="000099"/>
                  </a:solidFill>
                </a:rPr>
                <a:t>.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EE920A9-E5A1-CE44-3FD1-5A81E8276CC5}"/>
              </a:ext>
            </a:extLst>
          </p:cNvPr>
          <p:cNvGrpSpPr/>
          <p:nvPr/>
        </p:nvGrpSpPr>
        <p:grpSpPr>
          <a:xfrm>
            <a:off x="131630" y="3280326"/>
            <a:ext cx="5639830" cy="590613"/>
            <a:chOff x="508558" y="3519920"/>
            <a:chExt cx="5639830" cy="590613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66DD302-4545-FDA6-0538-0F8C574CEFF7}"/>
                </a:ext>
              </a:extLst>
            </p:cNvPr>
            <p:cNvSpPr/>
            <p:nvPr/>
          </p:nvSpPr>
          <p:spPr>
            <a:xfrm>
              <a:off x="508558" y="3519920"/>
              <a:ext cx="5639830" cy="59061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7B8351C2-76F3-8221-B074-1AE9516C8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301" y="3602887"/>
              <a:ext cx="394282" cy="394282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2039686-5166-E5A9-DFE9-DFC11684C456}"/>
                </a:ext>
              </a:extLst>
            </p:cNvPr>
            <p:cNvSpPr txBox="1"/>
            <p:nvPr/>
          </p:nvSpPr>
          <p:spPr>
            <a:xfrm>
              <a:off x="970068" y="3557420"/>
              <a:ext cx="51245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Customer Triggered – Relationship Management                     4 days ago (15/10/2026 3:38 PM)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6E1233-1DD3-C077-48EF-55FA26D6A346}"/>
                </a:ext>
              </a:extLst>
            </p:cNvPr>
            <p:cNvSpPr txBox="1"/>
            <p:nvPr/>
          </p:nvSpPr>
          <p:spPr>
            <a:xfrm>
              <a:off x="974326" y="3710423"/>
              <a:ext cx="51202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0099"/>
                  </a:solidFill>
                </a:rPr>
                <a:t>Partner Products – Digital Gold – paid $20 towards Digital Gold account. Assisted by </a:t>
              </a:r>
              <a:r>
                <a:rPr lang="en-IN" sz="1000" dirty="0" err="1">
                  <a:solidFill>
                    <a:srgbClr val="000099"/>
                  </a:solidFill>
                </a:rPr>
                <a:t>somit</a:t>
              </a:r>
              <a:r>
                <a:rPr lang="en-IN" sz="1000" dirty="0">
                  <a:solidFill>
                    <a:srgbClr val="000099"/>
                  </a:solidFill>
                </a:rPr>
                <a:t>.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FBAD53C-A0BD-4AEC-6FE1-FA085ED3F428}"/>
              </a:ext>
            </a:extLst>
          </p:cNvPr>
          <p:cNvSpPr/>
          <p:nvPr/>
        </p:nvSpPr>
        <p:spPr>
          <a:xfrm>
            <a:off x="11393990" y="27645"/>
            <a:ext cx="779032" cy="385446"/>
          </a:xfrm>
          <a:prstGeom prst="roundRect">
            <a:avLst>
              <a:gd name="adj" fmla="val 47175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OBD-002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7209510-5EDA-E582-37A7-786BC64ABC54}"/>
              </a:ext>
            </a:extLst>
          </p:cNvPr>
          <p:cNvGrpSpPr/>
          <p:nvPr/>
        </p:nvGrpSpPr>
        <p:grpSpPr>
          <a:xfrm>
            <a:off x="100145" y="3953724"/>
            <a:ext cx="5716140" cy="672613"/>
            <a:chOff x="496196" y="926308"/>
            <a:chExt cx="11449727" cy="672613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E225D64-F317-0B0F-771A-C817C165A201}"/>
                </a:ext>
              </a:extLst>
            </p:cNvPr>
            <p:cNvSpPr/>
            <p:nvPr/>
          </p:nvSpPr>
          <p:spPr>
            <a:xfrm>
              <a:off x="496196" y="1124309"/>
              <a:ext cx="11442584" cy="47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76AD858-A315-536A-4C96-6D62D7F9CEF5}"/>
                </a:ext>
              </a:extLst>
            </p:cNvPr>
            <p:cNvSpPr/>
            <p:nvPr/>
          </p:nvSpPr>
          <p:spPr>
            <a:xfrm rot="10800000" flipV="1">
              <a:off x="503339" y="926308"/>
              <a:ext cx="11442584" cy="198000"/>
            </a:xfrm>
            <a:prstGeom prst="rect">
              <a:avLst/>
            </a:prstGeom>
            <a:gradFill>
              <a:gsLst>
                <a:gs pos="0">
                  <a:srgbClr val="463500"/>
                </a:gs>
                <a:gs pos="55000">
                  <a:schemeClr val="bg2">
                    <a:lumMod val="75000"/>
                  </a:schemeClr>
                </a:gs>
                <a:gs pos="78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st="381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b="1" dirty="0">
                  <a:solidFill>
                    <a:schemeClr val="bg1"/>
                  </a:solidFill>
                </a:rPr>
                <a:t>Customer Messages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5933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251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Muciliath Jayadevan</dc:creator>
  <cp:lastModifiedBy>Dinesh Muciliath Jayadevan</cp:lastModifiedBy>
  <cp:revision>7</cp:revision>
  <dcterms:created xsi:type="dcterms:W3CDTF">2026-10-20T04:10:03Z</dcterms:created>
  <dcterms:modified xsi:type="dcterms:W3CDTF">2026-10-20T05:58:12Z</dcterms:modified>
</cp:coreProperties>
</file>